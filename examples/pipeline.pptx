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51837" cy="145161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7160" y="351472"/>
            <a:ext cx="91440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74320" y="194310"/>
            <a:ext cx="640080" cy="13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900">
                <a:solidFill>
                  <a:srgbClr val="000000"/>
                </a:solidFill>
                <a:latin typeface="Arial"/>
              </a:rPr>
              <a:t>Markdown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4330" y="377190"/>
            <a:ext cx="480059" cy="13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900">
                <a:solidFill>
                  <a:srgbClr val="000000"/>
                </a:solidFill>
                <a:latin typeface="Arial"/>
              </a:rPr>
              <a:t>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37160"/>
            <a:ext cx="848717" cy="428625"/>
          </a:xfrm>
          <a:prstGeom prst="roundRect">
            <a:avLst>
              <a:gd name="adj" fmla="val 22222"/>
            </a:avLst>
          </a:prstGeom>
          <a:noFill/>
          <a:ln w="1371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b="0" i="0" sz="900">
                <a:solidFill>
                  <a:srgbClr val="000000"/>
                </a:solidFill>
                <a:latin typeface="Arial"/>
              </a:rPr>
              <a:t>Markdown</a:t>
            </a:r>
          </a:p>
          <a:p>
            <a:pPr algn="ctr"/>
            <a:r>
              <a:rPr b="0" i="0" sz="900">
                <a:solidFill>
                  <a:srgbClr val="000000"/>
                </a:solidFill>
                <a:latin typeface="Arial"/>
              </a:rPr>
              <a:t>Formatter</a:t>
            </a:r>
          </a:p>
          <a:p>
            <a:pPr algn="ctr"/>
            <a:r>
              <a:rPr b="0" i="0" sz="900">
                <a:solidFill>
                  <a:srgbClr val="000000"/>
                </a:solidFill>
                <a:latin typeface="Arial"/>
              </a:rPr>
              <a:t>(markdown.c)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00277" y="351472"/>
            <a:ext cx="91440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37437" y="194310"/>
            <a:ext cx="640080" cy="13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900">
                <a:solidFill>
                  <a:srgbClr val="000000"/>
                </a:solidFill>
                <a:latin typeface="Arial"/>
              </a:rPr>
              <a:t>HTML+SVG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7447" y="377190"/>
            <a:ext cx="480060" cy="131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b="0" i="0" sz="900">
                <a:solidFill>
                  <a:srgbClr val="000000"/>
                </a:solidFill>
                <a:latin typeface="Arial"/>
              </a:rPr>
              <a:t>Output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75918" y="565785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164967" y="885825"/>
            <a:ext cx="621903" cy="428625"/>
          </a:xfrm>
          <a:prstGeom prst="roundRect">
            <a:avLst>
              <a:gd name="adj" fmla="val 22222"/>
            </a:avLst>
          </a:prstGeom>
          <a:noFill/>
          <a:ln w="1371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b="0" i="0" sz="900">
                <a:solidFill>
                  <a:srgbClr val="000000"/>
                </a:solidFill>
                <a:latin typeface="Arial"/>
              </a:rPr>
              <a:t>Pikchr</a:t>
            </a:r>
          </a:p>
          <a:p>
            <a:pPr algn="ctr"/>
            <a:r>
              <a:rPr b="0" i="0" sz="900">
                <a:solidFill>
                  <a:srgbClr val="000000"/>
                </a:solidFill>
                <a:latin typeface="Arial"/>
              </a:rPr>
              <a:t>Formatter</a:t>
            </a:r>
          </a:p>
          <a:p>
            <a:pPr algn="ctr"/>
            <a:r>
              <a:rPr b="0" i="0" sz="900">
                <a:solidFill>
                  <a:srgbClr val="000000"/>
                </a:solidFill>
                <a:latin typeface="Arial"/>
              </a:rPr>
              <a:t>(pikchr.c)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