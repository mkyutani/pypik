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591917" cy="209169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671512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94360" y="514350"/>
            <a:ext cx="640080" cy="1314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4370" y="697230"/>
            <a:ext cx="480059" cy="1314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Source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57200"/>
            <a:ext cx="848717" cy="428625"/>
          </a:xfrm>
          <a:prstGeom prst="roundRect">
            <a:avLst>
              <a:gd name="adj" fmla="val 22222"/>
            </a:avLst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Markdown</a:t>
            </a:r>
          </a:p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Formatter</a:t>
            </a:r>
          </a:p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(markdown.c)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20317" y="671512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57477" y="514350"/>
            <a:ext cx="640080" cy="1314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HTML+SVG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487" y="697230"/>
            <a:ext cx="480059" cy="1314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Output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95958" y="885825"/>
            <a:ext cx="0" cy="320040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485007" y="1205865"/>
            <a:ext cx="621903" cy="428625"/>
          </a:xfrm>
          <a:prstGeom prst="roundRect">
            <a:avLst>
              <a:gd name="adj" fmla="val 22222"/>
            </a:avLst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Pikchr</a:t>
            </a:r>
          </a:p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Formatter</a:t>
            </a:r>
          </a:p>
          <a:p>
            <a:pPr algn="ctr"/>
            <a:r>
              <a:rPr b="0" i="0" sz="900">
                <a:solidFill>
                  <a:srgbClr val="000000"/>
                </a:solidFill>
                <a:latin typeface="Arial"/>
              </a:rPr>
              <a:t>(pikchr.c)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